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30"/>
    <p:restoredTop sz="94658"/>
  </p:normalViewPr>
  <p:slideViewPr>
    <p:cSldViewPr snapToGrid="0">
      <p:cViewPr varScale="1">
        <p:scale>
          <a:sx n="93" d="100"/>
          <a:sy n="93" d="100"/>
        </p:scale>
        <p:origin x="248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772CE-368F-7AB4-FD9C-6597A67C5B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6D2092-992E-A86A-EEDC-D3E737836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42B4E-ADA7-4F40-B79C-03A5D75C5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174D-2428-D048-A96F-34C9F8093F4A}" type="datetimeFigureOut">
              <a:rPr lang="en-BR" smtClean="0"/>
              <a:t>10/06/26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7CF30-BCD0-539C-1C07-9DB7DA081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9B198-C12F-27AF-FE0B-463326EF9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6685-5F4B-784F-9AA1-0382FDDD840C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497573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CA444-DD38-1764-4A00-3D9B2E968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809AF-6779-B620-3A48-A6DCC6B9A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0F37E-06F7-30A2-A9A6-FEE442BC9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174D-2428-D048-A96F-34C9F8093F4A}" type="datetimeFigureOut">
              <a:rPr lang="en-BR" smtClean="0"/>
              <a:t>10/06/26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ED99C-019A-6A94-325B-3CFD825DF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0593E-F04F-9435-072F-F6A953B9B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6685-5F4B-784F-9AA1-0382FDDD840C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481690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08FDB-D311-C15E-D013-44A6B19F0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00F820-B2AC-6654-2501-7411B33BC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F07DA-6F1E-D6BE-8BAF-867B0E4E3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174D-2428-D048-A96F-34C9F8093F4A}" type="datetimeFigureOut">
              <a:rPr lang="en-BR" smtClean="0"/>
              <a:t>10/06/26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01201-621E-5CB4-213E-389561EBE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8A615-B6F4-F634-7CF8-C98934B5D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6685-5F4B-784F-9AA1-0382FDDD840C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579631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93CB3-E76B-EB92-7523-F222BE168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A38D2-8A68-5D0F-B928-1B48A25233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FD2FF1-BB6F-2440-78E4-42CCC9E38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044410-30BE-FBFA-A4DA-57FB5EED6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174D-2428-D048-A96F-34C9F8093F4A}" type="datetimeFigureOut">
              <a:rPr lang="en-BR" smtClean="0"/>
              <a:t>10/06/26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42256-C96F-AB17-1AC6-E33712EC0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0465C0-A3E0-7C3B-D3D7-58376007E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6685-5F4B-784F-9AA1-0382FDDD840C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765173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EA14F-EB9D-BE84-9CE0-60FA6E589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947F95-8B08-EE8D-31AA-03192435E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09A95-F34B-0644-97C5-751207E6E1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4A9B00-13C0-B9BC-DD35-3C4BAE6191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2FDD63-29A3-F2A1-A86A-8797A35720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C5BAAC-D184-74DD-182A-747769B12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174D-2428-D048-A96F-34C9F8093F4A}" type="datetimeFigureOut">
              <a:rPr lang="en-BR" smtClean="0"/>
              <a:t>10/06/26</a:t>
            </a:fld>
            <a:endParaRPr lang="en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3ADBDC-8267-C7DE-DC1C-F6D9AF24E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237D96-1860-97DC-5475-5CFC84F7F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6685-5F4B-784F-9AA1-0382FDDD840C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993641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82166-4BB1-5509-8656-CF17DB382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A151C-231E-BC8B-97F0-DFC32BE91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174D-2428-D048-A96F-34C9F8093F4A}" type="datetimeFigureOut">
              <a:rPr lang="en-BR" smtClean="0"/>
              <a:t>10/06/26</a:t>
            </a:fld>
            <a:endParaRPr lang="en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BE3496-E872-5880-4277-D76860174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399371-CB29-F4FC-87E2-C7BD6BD7A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6685-5F4B-784F-9AA1-0382FDDD840C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83652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0F5F1C-6695-EE6C-6899-2BFEBA8FC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174D-2428-D048-A96F-34C9F8093F4A}" type="datetimeFigureOut">
              <a:rPr lang="en-BR" smtClean="0"/>
              <a:t>10/06/26</a:t>
            </a:fld>
            <a:endParaRPr lang="en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60E6DD-7048-770E-43A1-C2C564D3D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32A739-72DA-E337-C7A2-0CF272738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6685-5F4B-784F-9AA1-0382FDDD840C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424413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394FD-857C-D9D0-CD94-E6BE2836A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3772C-F135-C1EE-6545-1FD5C1ECB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B7D615-373D-464F-1EA7-15CE20BE74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06DC80-FE91-F70D-ADC0-572EF3F67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174D-2428-D048-A96F-34C9F8093F4A}" type="datetimeFigureOut">
              <a:rPr lang="en-BR" smtClean="0"/>
              <a:t>10/06/26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A0733-B2AC-A586-4014-9D1C5C183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E7E62-B05D-4D44-1220-2884E4406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6685-5F4B-784F-9AA1-0382FDDD840C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139460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CDAFD-A3BC-8D68-873F-C7CCD9580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8863C-1707-AC96-11D3-6AD6A08E31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79C147-0CB6-E37E-BA3D-DBA6886294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D01652-D9B6-E666-61D4-88E6DC36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174D-2428-D048-A96F-34C9F8093F4A}" type="datetimeFigureOut">
              <a:rPr lang="en-BR" smtClean="0"/>
              <a:t>10/06/26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E25058-BE98-5E41-432D-A749D8658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34CB11-1D63-CEC0-1B12-BBA01DCDD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6685-5F4B-784F-9AA1-0382FDDD840C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89507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76AA4-CEFB-E30C-39F1-ADDC98039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DBC5D7-0325-9A0C-090D-8E80A1C0AE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218D6-B151-D7EB-FC77-21E9DD9FE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174D-2428-D048-A96F-34C9F8093F4A}" type="datetimeFigureOut">
              <a:rPr lang="en-BR" smtClean="0"/>
              <a:t>10/06/26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2C3C6-E424-981E-757C-CBDA3232A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44169-88F2-733F-14E5-5DF4A5B76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6685-5F4B-784F-9AA1-0382FDDD840C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93943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A2F6AE-B8D1-1943-6C51-4CD8A987A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562B00-911C-B11D-62E7-E8E3F8AEA7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ED42F-4145-767E-6D10-1A8B70D7A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174D-2428-D048-A96F-34C9F8093F4A}" type="datetimeFigureOut">
              <a:rPr lang="en-BR" smtClean="0"/>
              <a:t>10/06/26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84267-BE49-900A-1478-7F52B95CB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A935F-26E9-D00B-1758-A88B15BEB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6685-5F4B-784F-9AA1-0382FDDD840C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520125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ACBA5-6C67-AA78-21F3-AB3402D35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5B8F5A-8F94-1EF1-9356-F01B379BE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C149D-C397-0C54-646E-11BDC55AC1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71174D-2428-D048-A96F-34C9F8093F4A}" type="datetimeFigureOut">
              <a:rPr lang="en-BR" smtClean="0"/>
              <a:t>10/06/26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7E0E8-3093-79D5-2A05-1A3A6B21FB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904DF-7C59-DF4C-95E8-C72A392E70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226685-5F4B-784F-9AA1-0382FDDD840C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194504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C5ED72-D3FA-0150-0B08-0EDBAC4D6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721" y="1631164"/>
            <a:ext cx="7772400" cy="48234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244473-B054-1B4D-B2C0-7B2CBD9202D2}"/>
              </a:ext>
            </a:extLst>
          </p:cNvPr>
          <p:cNvSpPr txBox="1"/>
          <p:nvPr/>
        </p:nvSpPr>
        <p:spPr>
          <a:xfrm>
            <a:off x="699247" y="403412"/>
            <a:ext cx="111454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dirty="0"/>
              <a:t>Font: </a:t>
            </a:r>
            <a:r>
              <a:rPr lang="en-US" dirty="0"/>
              <a:t>https://</a:t>
            </a:r>
            <a:r>
              <a:rPr lang="en-US" dirty="0" err="1"/>
              <a:t>kyndryl.sharepoint.com</a:t>
            </a:r>
            <a:r>
              <a:rPr lang="en-US" dirty="0"/>
              <a:t>/sites/</a:t>
            </a:r>
            <a:r>
              <a:rPr lang="en-US" dirty="0" err="1"/>
              <a:t>KyndrylGlobalDelivery</a:t>
            </a:r>
            <a:r>
              <a:rPr lang="en-US" dirty="0"/>
              <a:t>/</a:t>
            </a:r>
            <a:r>
              <a:rPr lang="en-US" dirty="0" err="1"/>
              <a:t>SitePages</a:t>
            </a:r>
            <a:r>
              <a:rPr lang="en-US" dirty="0"/>
              <a:t>/Celebrating-the-journey-that-powers-our-success-%E2%80%93-May-2026.aspx?TeamsCID=51097a01-71e2-4bb9-87bc-d0cde72ad9ff&amp;linkOpenTime=1780054904272</a:t>
            </a:r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3766129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8E9E4A-57E4-7EAC-E67D-FCE0CA751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3118" y="0"/>
            <a:ext cx="62257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229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</Words>
  <Application>Microsoft Macintosh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Nunes Ferreira</dc:creator>
  <cp:lastModifiedBy>Ricardo Nunes Ferreira</cp:lastModifiedBy>
  <cp:revision>2</cp:revision>
  <dcterms:created xsi:type="dcterms:W3CDTF">2026-05-29T13:33:07Z</dcterms:created>
  <dcterms:modified xsi:type="dcterms:W3CDTF">2026-06-10T13:38:47Z</dcterms:modified>
</cp:coreProperties>
</file>